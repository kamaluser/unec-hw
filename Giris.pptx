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DM Sans Semi Bold"/>
      <p:regular r:id="rId16"/>
    </p:embeddedFont>
    <p:embeddedFont>
      <p:font typeface="DM Sans Semi Bold"/>
      <p:regular r:id="rId17"/>
    </p:embeddedFont>
    <p:embeddedFont>
      <p:font typeface="DM Sans Semi Bold"/>
      <p:regular r:id="rId18"/>
    </p:embeddedFont>
    <p:embeddedFont>
      <p:font typeface="DM Sans Semi Bold"/>
      <p:regular r:id="rId19"/>
    </p:embeddedFont>
    <p:embeddedFont>
      <p:font typeface="Inter Medium"/>
      <p:regular r:id="rId20"/>
    </p:embeddedFont>
    <p:embeddedFont>
      <p:font typeface="Inter Medium"/>
      <p:regular r:id="rId21"/>
    </p:embeddedFont>
    <p:embeddedFont>
      <p:font typeface="Inter Medium"/>
      <p:regular r:id="rId22"/>
    </p:embeddedFont>
    <p:embeddedFont>
      <p:font typeface="Inter Medium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387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Giriş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87660"/>
            <a:ext cx="7556421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Müasir layihə idarəetməsi qeyri-müəyyənliyin yüksək, bazar şəraitinin dəyişkən və resursların məhdud olduğu bir mühitdə həyata keçirilir. Bu səbəbdən layihə menecerləri həm strateji qeyri-müəyyənlik planlaması, həm də komanda və resurs idarəetməsində çevik metodlardan istifadə etməlidirlər. Məqalədə qeyri-müəyyənlik altında planlama (Task 1), komanda və maraqlı tərəflərin idarə edilməsi (Task 2) və inteqrasiya olunmuş planlaşdırma (Task 3) çərçivəsində tələbənin hazırlamalı olduğu modellərin elmi izahı təqdim edilir.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8208"/>
            <a:ext cx="9282946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Task-1. Qeyri-Müəyyənlik Altında Planlama</a:t>
            </a:r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1.Startap Məhsulunun Seçilməsi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4457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Qeyri-müəyyənlik analizi üçün tələbə özü tərəfindən tam yeni bir məhsul uydurmalıdır. Məsələn: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638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IoT əsaslı ağıllı su sızma sensoru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060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EdTech platforması (AI tutor əsaslı)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482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FinTech mikroinvestisiya tətbiqi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904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Logistics SaaS platforması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0084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Startap seçimi layihənin xərc, vaxt, komanda strukturuna və risklərinə bilavasitə təsir edir.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1445"/>
            <a:ext cx="741402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2. Üç Risk Ssenarisinin Yaradılması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020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Qeyri-müəyyənlik altında planlama adətən optimist, realist və pessimist ssenarilər əsasında aparılır.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201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 ssenarilərdə tələbə aşağıdakı göstəriciləri özü uydurmalıdır: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3815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✔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Xərc (Cost)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7803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✔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Vaxt (Duration)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225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✔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İnsan Resursu (Team Size &amp; Effort)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6647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✔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Potensial Gəlir (Revenue Projection)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2828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Bunlar adətən formullaşdırılır, məsələn: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9008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Optimist: Xərc = Minimum dəyər, Vaxt = Minimum müddət, Gəlir = Maksimum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34305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Realist: Orta göstəricilər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7852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Pessimist: Xərc = Maksimum, Vaxt = Uzun, Gəlir = Minimum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98370"/>
            <a:ext cx="648664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3. Qərar Ağacı (Decision Tree)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310550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Tələbə decision tree-ni əl ilə çəkib PDF kimi təhvil verməlidir.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7235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Qərar ağacı aşağıdakılardan ibarət olur: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3416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Başlanğıc qərar nöqtəsi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7838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Üç budaqlanan ssenari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22601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Hər bir budaqda: xərc, gəlir, ehtimal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566820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Hər budaqda EMV hesablaması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8078"/>
            <a:ext cx="756820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4. Expected Monetary Value (EMV)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7886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Hər ssenari üçün tələbə belə hesablama aparır: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38644"/>
            <a:ext cx="13042821" cy="493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38644"/>
            <a:ext cx="13042821" cy="493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2196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burada: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837748"/>
            <a:ext cx="13042821" cy="37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𝑃_𝑖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ehtimal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468183"/>
            <a:ext cx="13042821" cy="37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𝑀_𝑖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nəticənin xalis dəyəri (gəlir – xərc)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0986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Nəticədə ən yüksək EMV-yə malik ssenari ən məqsədəuyğun hesab edilir.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296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TASK 2 — Resurs Çatışmazlığı və Komanda Konflikti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34946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 tapşırıqda tələbə minimum 7 nəfərlik komanda uydurmalıdır. Məsələn: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33042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PM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7262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UI/UX dizayner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21481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Backend developer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6570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Frontend developer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09921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QA mühəndisi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54141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DevOps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698361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Sponsor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7793" y="344567"/>
            <a:ext cx="3737253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1. Layihədə yaranmış konfliktlər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37793" y="907375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Tapşırığa əsasən 3 növ konflikt baş verir: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37793" y="1248132"/>
            <a:ext cx="13754814" cy="40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Font typeface="+mj-lt"/>
              <a:buAutoNum type="arabicPeriod" startAt="1"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Task-based conflict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Dizayner deadline-a çatmır → backend və frontend işləri gecikir.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7793" y="1692116"/>
            <a:ext cx="13754814" cy="40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Font typeface="+mj-lt"/>
              <a:buAutoNum type="arabicPeriod" startAt="2"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Emotional conflict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Backend proqramçı test mərhələsinin uzadılmasına görə əsəbidir.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7793" y="2136100"/>
            <a:ext cx="13754814" cy="40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Font typeface="+mj-lt"/>
              <a:buAutoNum type="arabicPeriod" startAt="3"/>
            </a:pPr>
            <a:r>
              <a:rPr 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Resource conflict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Sponsor büdcəni azaldır → resurs çatışmazlığı yaranır.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7793" y="2723912"/>
            <a:ext cx="3982998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2. Konfliktlərin Root Cause Analizi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37793" y="3224093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Tələbə aşağıdakı metodlardan istənilən birini seçib öz qrafikini çəkir: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7793" y="3564850"/>
            <a:ext cx="13754814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✔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Fishbone (Ishikawa)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7793" y="3816310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və ya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7793" y="4060150"/>
            <a:ext cx="13754814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✔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5 Why’s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7793" y="4408527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Analiz nəticəsində aşağıdakı kök səbəblər aşkarlana bilər: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7793" y="4749284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Aydın olmayan tələblər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7793" y="4993124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 olmayan deadline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7793" y="5236964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Resurs çatışmazlığı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7793" y="5480804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Zəif koordinasiya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7793" y="5724644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Prioritetlərin tez-tez dəyişməsi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7793" y="6112312"/>
            <a:ext cx="4461034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3. Stakeholder Power–Interest Matrix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37793" y="6612493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Tələbə 4 kvadrantlı matrisi özü çəkir və maraqlı tərəfləri yerləşdirir: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7793" y="6953250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 Power – High Interest → Sponsor, PM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7793" y="7197090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 Power – Low Interest → CEO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7793" y="7440930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Low Power – High Interest → Dizayner, Developer-lər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7793" y="7684770"/>
            <a:ext cx="13754814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Low Power – Low Interest → Xarici müşahidəçi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615791"/>
            <a:ext cx="4478417" cy="55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4. Konfliktlərin Həlli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83669" y="1623298"/>
            <a:ext cx="13063061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Aşağıdakı 3 PM texnikası tətbiq oluna bilər: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3669" y="2233374"/>
            <a:ext cx="13063061" cy="724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✔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Mediation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PM dizayner və backend arasında arabuluculuq edir. Məqsəd: emosional yükü azaltmaq.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3669" y="3035856"/>
            <a:ext cx="13063061" cy="724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✔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Negotiation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Sponsorla büdcənin optimallaşdırılması, prioritetlərin yenidən təyin edilməsi.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3669" y="3838337"/>
            <a:ext cx="13063061" cy="724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✔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Compromise / Smoothing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Komanda üzvləri arasında qismən razılaşma əldə edilir, məsələn: — Daha az funksiya, daha real vaxt.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3669" y="4898350"/>
            <a:ext cx="7686913" cy="55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5. Konflikt idarə olunmasa nəticələr: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783669" y="5793938"/>
            <a:ext cx="13063061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Tələbə bu təsirləri özü rəqəmlərlə modelləşdirir: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83669" y="6404015"/>
            <a:ext cx="13063061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Vaxt: Layihə 20–40% gecikə bilər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83669" y="6840617"/>
            <a:ext cx="13063061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Büdcə: Resursların təkrar istifadəsinə görə +10–25% artım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83669" y="7277219"/>
            <a:ext cx="13063061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Keyfiyyət: Test müddətinin azaldılması → daha çox bug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67283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TASK 3 — WBS + Critical Path + Risk Response Mix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71151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1. WBS (4 səviyyəli)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396835" y="116502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Tələbə 4 səviyyəli Work Breakdown Structure hazırlamalıdır. Məsələn: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47399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1.0 Product Development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96835" y="169509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1.1 Requirement Analysis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96835" y="1916192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2" marL="10287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1.1.1 Stakeholder Interviews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96835" y="2137291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2" marL="10287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1.1.2 Functional Specs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96835" y="235839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1.2 UI/UX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96835" y="257948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1.3 Backend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6835" y="280058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1.4 Testing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6835" y="302168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… və 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6835" y="333065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 struktur tələbə tərəfindən qrafikləşdirilməlidir.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6835" y="3682127"/>
            <a:ext cx="456116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2. Network Diagram (PDM) və Critical Path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96835" y="4135636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Tələbə: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96835" y="444460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Tapşırıqların ardıcıllığını çəkir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6835" y="4665702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ES, EF, LS, LF dəyərlərini hesablayır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6835" y="4886801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Slack/Float tapır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6835" y="510790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Ən uzun yolu müəyyənləşdirib critical path elan edir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96835" y="545937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3. Risklərin seçilməsi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396835" y="5912882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Layihə üçün tələbə 5 risk yaradır, məsələn: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96835" y="622184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Tələblərin tez dəyişməsi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6835" y="644294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Texniki borc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96835" y="666404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Resurs çatışmazlığı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96835" y="6885146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İnfrastruktur problemi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6835" y="7106245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Test mərhələsinin uzanması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6835" y="741521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Hər risk üçün tələbə: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96835" y="772418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Probability (öz rəqəmləri)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96835" y="794527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Impact (öz rəqəmləri)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96835" y="816637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Risk Matrix (2×2 və ya 3×3) çəkir.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96835" y="8517850"/>
            <a:ext cx="280880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4. Risk Response Strategy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396835" y="897135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Hər risk üçün tələbə aşağıdakı reaksiyalardan uyğununu seçir: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96835" y="928032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🟩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Mitigate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riskin ehtimalını azaltmaq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96835" y="9501426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🟨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Transfer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üçüncü tərəfə ötürmək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96835" y="9722525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🟧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Accept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heç nə etməmək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96835" y="994362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🟥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Avoid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riskdən tam yayınmaq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96835" y="10252591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Tələbə bunu öz layihəsinə uyğun modelləşdirir.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6835" y="1060406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Nəticə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396835" y="11057573"/>
            <a:ext cx="13836729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 məqalədə layihə idarəetməsinin üç fərqli, lakin bir-biri ilə sıx əlaqəli əsas sahəsi — qeyri-müəyyənlik altında planlama, komanda konfliktləri və inteqrasiya olunmuş layihə planlaması — nəzəri cəhətdən izah edildi. Tələbə öz layihə mövzusuna uyğun olaraq decision tree, WBS, risk matrisi, stakeholder xəritəsi və qrafikləri özü yaratmaqla real bir PM-case hazırlaya bilər. Bu strukturlar həm akademik tapşırıq, həm də real layihə idarəetməsi üçün praktiki baza yaradır.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2025-11-16T14:12:26Z</dcterms:created>
  <dcterms:modified xsi:type="dcterms:W3CDTF">2025-11-16T14:12:26Z</dcterms:modified>
</cp:coreProperties>
</file>